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1/17/2026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1/17/2026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" TargetMode="External"/><Relationship Id="rId2" Type="http://schemas.openxmlformats.org/officeDocument/2006/relationships/hyperlink" Target="https://docs.streamlit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i.meta.com/llama/" TargetMode="External"/><Relationship Id="rId5" Type="http://schemas.openxmlformats.org/officeDocument/2006/relationships/hyperlink" Target="https://console.groq.com/docs" TargetMode="External"/><Relationship Id="rId4" Type="http://schemas.openxmlformats.org/officeDocument/2006/relationships/hyperlink" Target="https://pypdf2.readthedocs.io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rshalasurwade-dot/Ai-Resume-Analyzer.gi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Resume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400" y="4058588"/>
            <a:ext cx="10013979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HARSHALA RAJENDRA SURWADE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Hindi Seva Mandal Shri Sant Gadge Baba College of      			       Engineering and Technology Bhusawal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 CSE ( Data Science)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AF08476-4F8F-0F84-7731-B78FA50D0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13" y="1232300"/>
            <a:ext cx="10184729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resume reviews are slow and inconsistent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and freshers find it difficult to evaluate resume quality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awareness about job-specific requirements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knowledge of ATS filtering systems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identifying resume improvement areas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E07C050-BBDD-0061-91A1-52E684F65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257" y="1522355"/>
            <a:ext cx="8766629" cy="3074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resume in PDF format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checks if document is a resume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Analyzes resume for selected job role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Resume Analyzer web application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structured feedback and ATS score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9B413F-FEB3-143E-BBB7-AE37E5134A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421208"/>
            <a:ext cx="10246465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for backend processing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 for web-based user interface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PyPDF2 for PDF text extraction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Groq API for AI model access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 3.1 Large Language Model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dotenv for secure API key handling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1" y="1414777"/>
            <a:ext cx="10536752" cy="4221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000" b="1" dirty="0"/>
              <a:t>Algorithm Steps: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Upload PDF resume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Extract text from PDF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Classify document using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Analyze resume for job 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Generate feedback and ATS score</a:t>
            </a:r>
          </a:p>
          <a:p>
            <a:pPr>
              <a:buNone/>
            </a:pPr>
            <a:r>
              <a:rPr lang="en-US" sz="2000" b="1" dirty="0"/>
              <a:t>Deployment: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Streamlit web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Can be deployed locally or on cloud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998822"/>
            <a:ext cx="10333551" cy="4124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Accurate resume identification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Instant AI-generated feedback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Job-specific resume analysis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ATS score with explanation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Downloadable feedback report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1EA4F3-3458-9F62-95C3-DDDF1590B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950" y="1301750"/>
            <a:ext cx="8488136" cy="4673600"/>
          </a:xfrm>
        </p:spPr>
      </p:pic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70" y="3024707"/>
            <a:ext cx="10117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04FA72-A365-BDFE-3BD5-BF57ECF89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7" y="1593935"/>
            <a:ext cx="9958159" cy="3074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resume support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for DOCX and other formats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vs job description matching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Interview preparation assistance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 gap analysis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C82B0-CBA2-0FD2-0400-979E31AC4978}"/>
              </a:ext>
            </a:extLst>
          </p:cNvPr>
          <p:cNvSpPr txBox="1"/>
          <p:nvPr/>
        </p:nvSpPr>
        <p:spPr>
          <a:xfrm>
            <a:off x="668866" y="16023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Streamlit Documentation:  </a:t>
            </a:r>
            <a:r>
              <a:rPr lang="en-US" dirty="0">
                <a:hlinkClick r:id="rId2"/>
              </a:rPr>
              <a:t>https://docs.streamlit.io/</a:t>
            </a:r>
            <a:r>
              <a:rPr lang="en-US" dirty="0">
                <a:hlinkClick r:id="rId3"/>
              </a:rPr>
              <a:t>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668866" y="21566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PyPDF2 Documentation: </a:t>
            </a:r>
            <a:r>
              <a:rPr lang="en-IN" dirty="0">
                <a:hlinkClick r:id="rId4"/>
              </a:rPr>
              <a:t>https://pypdf2.readthedocs.io/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ED30D-1BDE-D15E-24BF-CDF91FB17E3B}"/>
              </a:ext>
            </a:extLst>
          </p:cNvPr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Groq API Documentation: </a:t>
            </a:r>
            <a:r>
              <a:rPr lang="en-IN" dirty="0">
                <a:hlinkClick r:id="rId5"/>
              </a:rPr>
              <a:t>https://console.groq.com/docs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39F6C-608D-FFC0-AE73-B5FE2296234F}"/>
              </a:ext>
            </a:extLst>
          </p:cNvPr>
          <p:cNvSpPr txBox="1"/>
          <p:nvPr/>
        </p:nvSpPr>
        <p:spPr>
          <a:xfrm>
            <a:off x="668866" y="33035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LLaMA</a:t>
            </a:r>
            <a:r>
              <a:rPr lang="en-IN" b="1" dirty="0"/>
              <a:t> Large Language Model (Meta AI): </a:t>
            </a:r>
            <a:r>
              <a:rPr lang="en-IN" dirty="0">
                <a:hlinkClick r:id="rId6"/>
              </a:rPr>
              <a:t>https://ai.meta.com/llama/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 err="1"/>
              <a:t>Github</a:t>
            </a:r>
            <a:r>
              <a:rPr lang="en-IN" sz="2000" dirty="0"/>
              <a:t> Link : </a:t>
            </a:r>
            <a:r>
              <a:rPr lang="en-IN" sz="2000" dirty="0">
                <a:hlinkClick r:id="rId2"/>
              </a:rPr>
              <a:t>https://github.com/harshalasurwade-dot/Ai-Resume-Analyzer.git</a:t>
            </a: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1072</TotalTime>
  <Words>315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AI Resume Analyzer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Harshala Surwade</cp:lastModifiedBy>
  <cp:revision>38</cp:revision>
  <dcterms:created xsi:type="dcterms:W3CDTF">2021-05-26T16:50:10Z</dcterms:created>
  <dcterms:modified xsi:type="dcterms:W3CDTF">2026-01-17T10:56:30Z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